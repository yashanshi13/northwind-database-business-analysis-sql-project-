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sldIdLst>
    <p:sldId id="264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DBDFE-DD3D-4291-A404-1B97A83A6EA8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56DE3-4E01-4AFD-AD42-42312842E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6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870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1904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70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88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732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582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73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58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2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6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910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90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lower illustrations">
            <a:extLst>
              <a:ext uri="{FF2B5EF4-FFF2-40B4-BE49-F238E27FC236}">
                <a16:creationId xmlns:a16="http://schemas.microsoft.com/office/drawing/2014/main" id="{46768272-0F6A-4E58-A45C-F10D015D89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BF9FFE17-DE95-4821-ACC1-B90C95449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3CF76AF-FF72-4430-A772-05840329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132" y="2091263"/>
            <a:ext cx="8649738" cy="2590800"/>
          </a:xfrm>
        </p:spPr>
        <p:txBody>
          <a:bodyPr>
            <a:normAutofit/>
          </a:bodyPr>
          <a:lstStyle/>
          <a:p>
            <a:r>
              <a:rPr lang="en-US" dirty="0" err="1"/>
              <a:t>northwind</a:t>
            </a:r>
            <a:r>
              <a:rPr lang="en-US" dirty="0"/>
              <a:t> database analysis</a:t>
            </a:r>
            <a:endParaRPr lang="en-US" sz="6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1130" y="4682062"/>
            <a:ext cx="8652788" cy="4572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SQL Project</a:t>
            </a:r>
            <a:endParaRPr lang="en-US" sz="180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B1C8180-2FDD-4202-8C45-4057CB1AB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6E86CC6-13EA-4A88-86AD-CF27BF52C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F80B441-4F7D-4B40-8A13-FED03A1F3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0C7FD1A-44B1-4E4C-B0C9-A8103DCCD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8669386-EA14-110C-64E6-0453B0614C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43" y="483325"/>
            <a:ext cx="5058481" cy="23434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AB4344-680B-272F-1E13-D1003D446C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635" y="3428999"/>
            <a:ext cx="10857806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257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0E1FB5-A624-89AD-B47F-3596191D1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82" y="492644"/>
            <a:ext cx="5410955" cy="25625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14C8EF-13A1-C6F1-A19C-893C18BCF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649" y="3429000"/>
            <a:ext cx="9002381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5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E8103D-F93D-B245-BE2F-8CD9AFB0F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27" y="540866"/>
            <a:ext cx="4963218" cy="2210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335B36-8D10-6B3E-63BC-2E845337C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969" y="3429000"/>
            <a:ext cx="9869277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453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D6519D-6AE1-A525-64D8-BD8179FFE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61" y="612663"/>
            <a:ext cx="4848902" cy="2505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2CB14D-B45C-97EC-1473-69A522136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3479" y="3739913"/>
            <a:ext cx="7925906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408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1C5923-8E93-3681-16D7-BDCF130AB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50" y="631923"/>
            <a:ext cx="5134692" cy="22291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3D1068-9577-8011-1812-9F0A02EFE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746" y="3429000"/>
            <a:ext cx="7602011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72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F56EBC-D23E-50A1-3687-677225336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84" y="530925"/>
            <a:ext cx="5525271" cy="27054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FD5B08-59BF-22BF-6810-E2382ECF9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859" y="3429000"/>
            <a:ext cx="6154009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566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895E05-1EDC-C7EF-1458-28EBB70E4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01" y="516843"/>
            <a:ext cx="5048955" cy="24958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F00E1E-98EA-9EA9-0CD8-2C37C3AB7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9292" y="3520487"/>
            <a:ext cx="7525800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762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E7F846-16EB-1B50-D84C-4A6F177D5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86" y="686023"/>
            <a:ext cx="5268060" cy="22672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0C7C78-BBF1-A2AD-57A2-6550F0A8A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216" y="3497611"/>
            <a:ext cx="8249801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492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53CBB9-F251-57E4-C283-68912008471E}"/>
              </a:ext>
            </a:extLst>
          </p:cNvPr>
          <p:cNvSpPr txBox="1"/>
          <p:nvPr/>
        </p:nvSpPr>
        <p:spPr>
          <a:xfrm>
            <a:off x="2734056" y="2596896"/>
            <a:ext cx="75255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/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10056618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ppt/theme/themeOverride2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59D436-C82E-43E0-8A01-53DF9CED60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46BCBFB-BBC7-42F1-95CD-058E172363A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F91CDEB-92ED-41DC-BF33-2916A76876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{C390048D-F3D5-415F-8187-93D7F1ECAAB6}TF522ea272-7fed-4917-a421-5e6ae99a6bbed5eddc9a_win32-854160eadf3d</Template>
  <TotalTime>27</TotalTime>
  <Words>10</Words>
  <Application>Microsoft Office PowerPoint</Application>
  <PresentationFormat>Widescreen</PresentationFormat>
  <Paragraphs>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Avenir Next LT Pro</vt:lpstr>
      <vt:lpstr>Avenir Next LT Pro Light</vt:lpstr>
      <vt:lpstr>Calibri</vt:lpstr>
      <vt:lpstr>Garamond</vt:lpstr>
      <vt:lpstr>SavonVTI</vt:lpstr>
      <vt:lpstr>northwind database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yashanshi gupta</dc:creator>
  <cp:lastModifiedBy>yashanshi gupta</cp:lastModifiedBy>
  <cp:revision>1</cp:revision>
  <dcterms:created xsi:type="dcterms:W3CDTF">2026-02-20T16:15:07Z</dcterms:created>
  <dcterms:modified xsi:type="dcterms:W3CDTF">2026-02-20T16:43:02Z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